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1" autoAdjust="0"/>
    <p:restoredTop sz="94660"/>
  </p:normalViewPr>
  <p:slideViewPr>
    <p:cSldViewPr snapToGrid="0">
      <p:cViewPr varScale="1">
        <p:scale>
          <a:sx n="79" d="100"/>
          <a:sy n="79" d="100"/>
        </p:scale>
        <p:origin x="82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E677-1BF1-8898-94BA-4B19AC502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2EB123-F8B3-FEAB-06A5-023C2855D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0C112-1CC0-0B58-600B-1228BCBF4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D43B9-F4FF-414E-9F5E-5548A7CC9C13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80F92-A664-3464-1544-6C0457A13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E3CD9-D1AA-FBE9-A468-F35DD530C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BF0F-B35E-4563-B058-9846DD55D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466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A50D1-8359-EBB4-A8DB-70C64AD60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55FB9-B50C-569A-AD0E-1B43A8B12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1DC39-1C14-2215-6874-E517EC8D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D43B9-F4FF-414E-9F5E-5548A7CC9C13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16528-1A5B-6B4C-D8F9-203E19E4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71899-F02A-09AD-39C0-778CC3806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BF0F-B35E-4563-B058-9846DD55D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136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170C5-CF62-124B-ECB2-DD4C45488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17BE0-C042-5C22-A596-AD15D1EE7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B02F2-BBB0-3B01-6908-D5655110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D43B9-F4FF-414E-9F5E-5548A7CC9C13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90282-E42D-7894-C225-70F01DF51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0A570-02ED-C66D-381C-45B1AC38A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BF0F-B35E-4563-B058-9846DD55D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227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39D60-0B55-EBEF-BD99-C0B43C7C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DFBC6-F34E-A3C2-2FFD-C4D4E4A4F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BE455-AE86-3BD2-7A8C-481B69593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1208F-9E16-E7B2-963C-8FB299D1A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D43B9-F4FF-414E-9F5E-5548A7CC9C13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F5A84-3DB8-F3C3-B678-176AA6EDB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64A8B-BB18-5118-527F-87D429BA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BF0F-B35E-4563-B058-9846DD55D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15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F2AA-B49C-526A-49BB-C7C319213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FEC6D-1BFB-2952-46F9-09C88BA9F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CB499-1DBA-CB7A-A4F3-7D89954A4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D5051F-FF01-3864-AD66-6DE9C7C32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2330F3-F590-5327-7E3B-B039D406B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5A72E2-01EC-E532-E8E0-6B0557613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D43B9-F4FF-414E-9F5E-5548A7CC9C13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E765FF-40C9-7F46-EB33-761F4B32C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454E60-6175-06BB-CC89-10E9C6795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BF0F-B35E-4563-B058-9846DD55D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39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9293C-4673-742A-61F6-7A7207D3F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5DDE1B-0167-BF19-4050-C1FDD5FF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D43B9-F4FF-414E-9F5E-5548A7CC9C13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61D66-9F0D-115F-E180-3776435C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7E0961-2087-4A9A-A487-2FE616B73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BF0F-B35E-4563-B058-9846DD55D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241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840819-64EA-F01E-7EC3-D7EBA1F9C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D43B9-F4FF-414E-9F5E-5548A7CC9C13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980B7E-EECA-843D-8713-04BF6B801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89575-C739-BA06-1460-3849E1670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BF0F-B35E-4563-B058-9846DD55D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201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E79B4-1F3B-46F1-12DF-A8FC49B9F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5A94-F14D-3A5C-3ED0-EFBAE9B30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6E26B-C10C-31ED-FBE6-A79DEB0ED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E680A-EFE6-9D2B-11F3-981BCC299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D43B9-F4FF-414E-9F5E-5548A7CC9C13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E49F9-9672-D712-791F-9F7A0D58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B449E-B640-CEB1-D240-5B7D26F9C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BF0F-B35E-4563-B058-9846DD55D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180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77D91-E9EB-1C7E-FE5B-D7B311254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B914D3-2BAF-31AE-8D65-4B8BBA37C1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6E70D-1F46-B65A-C89B-0852AADFC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976C4-ED00-0375-2D81-025A3C85E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D43B9-F4FF-414E-9F5E-5548A7CC9C13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4D234-FF88-C1DE-D6E0-7BB11A313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9A557F-DA86-8A68-856A-562952EED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BF0F-B35E-4563-B058-9846DD55D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691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948AE-319C-9709-56E6-4BABBAD5B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667440-7479-EF05-F7FD-E7C2923E1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C1DC2-B414-2635-CEA5-2B99E90C0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D43B9-F4FF-414E-9F5E-5548A7CC9C13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F3D2A-4D58-1F81-C283-982EB027B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6F9B9-460C-DF67-A846-1157E861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BF0F-B35E-4563-B058-9846DD55D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06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D223F5-6D8A-4D27-BBD0-24E81F65F5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6D2DE-2D46-F270-AAAF-FDD441A82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43700-5A0A-F79B-CD57-5E9523B42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D43B9-F4FF-414E-9F5E-5548A7CC9C13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C697C-BF02-E715-72A0-6112B9665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966AC-FD3F-1A61-F9C0-500AB5DB7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0BF0F-B35E-4563-B058-9846DD55D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164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C32183-CC35-9A9E-80B3-AB31A6E6C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5734A-784F-C49B-E2F4-409238E69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FE5BA-4CAC-8B2C-ABB2-0EB09F8986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D43B9-F4FF-414E-9F5E-5548A7CC9C13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143A8-FD8D-E22C-AC77-AF43897F2A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D84E7-DE8C-C937-FB81-EED06490B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0BF0F-B35E-4563-B058-9846DD55D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547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4999A-677E-7945-4BA3-67490282A9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Mastering System Design – From Fundamentals to Advanced Concepts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B68883-FF3C-E06E-FFAE-2C100C4CE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309968"/>
            <a:ext cx="9144000" cy="425669"/>
          </a:xfrm>
        </p:spPr>
        <p:txBody>
          <a:bodyPr/>
          <a:lstStyle/>
          <a:p>
            <a:pPr algn="r"/>
            <a:r>
              <a:rPr lang="en-IN" dirty="0">
                <a:solidFill>
                  <a:schemeClr val="tx1">
                    <a:lumMod val="50000"/>
                    <a:lumOff val="50000"/>
                    <a:alpha val="45000"/>
                  </a:schemeClr>
                </a:solidFill>
              </a:rPr>
              <a:t>Presented by: Rakesh Kandhi</a:t>
            </a:r>
          </a:p>
        </p:txBody>
      </p:sp>
    </p:spTree>
    <p:extLst>
      <p:ext uri="{BB962C8B-B14F-4D97-AF65-F5344CB8AC3E}">
        <p14:creationId xmlns:p14="http://schemas.microsoft.com/office/powerpoint/2010/main" val="4074018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40B2B-B4E4-16E5-786F-C11AFE768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Introduction to 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20B3A-67BB-FF49-DC58-D71308C51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What is System Design?</a:t>
            </a:r>
          </a:p>
          <a:p>
            <a:pPr lvl="1"/>
            <a:r>
              <a:rPr lang="en-US" dirty="0"/>
              <a:t>System Design is the process of defining the architecture, components, modules, interfaces, and data for a system to satisfy specific requirements.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It focuses on:</a:t>
            </a:r>
          </a:p>
          <a:p>
            <a:pPr lvl="2"/>
            <a:r>
              <a:rPr lang="en-US" dirty="0"/>
              <a:t>Scalability</a:t>
            </a:r>
          </a:p>
          <a:p>
            <a:pPr lvl="2"/>
            <a:r>
              <a:rPr lang="en-US" dirty="0"/>
              <a:t>Performance</a:t>
            </a:r>
          </a:p>
          <a:p>
            <a:pPr lvl="2"/>
            <a:r>
              <a:rPr lang="en-US" dirty="0"/>
              <a:t>Maintainability</a:t>
            </a:r>
          </a:p>
          <a:p>
            <a:pPr lvl="2"/>
            <a:r>
              <a:rPr lang="en-US" dirty="0"/>
              <a:t>Reliability</a:t>
            </a:r>
          </a:p>
          <a:p>
            <a:pPr lvl="2"/>
            <a:r>
              <a:rPr lang="en-US" dirty="0"/>
              <a:t>Cost-effectiveness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2394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59211-689B-AA1C-BAD1-C7334ADA3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Monolithic vs Microservices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19167-6DDF-0735-D030-3C4C3A30C8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One big app</a:t>
            </a:r>
          </a:p>
          <a:p>
            <a:r>
              <a:rPr lang="en-US" dirty="0"/>
              <a:t>All parts are connected</a:t>
            </a:r>
          </a:p>
          <a:p>
            <a:r>
              <a:rPr lang="en-US" dirty="0"/>
              <a:t>Hard to make changes</a:t>
            </a:r>
          </a:p>
          <a:p>
            <a:r>
              <a:rPr lang="en-US" dirty="0"/>
              <a:t>If one part breaks, the whole app may break</a:t>
            </a:r>
          </a:p>
          <a:p>
            <a:r>
              <a:rPr lang="en-US" dirty="0"/>
              <a:t>One team usually works on the full system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696AD-266B-ECED-CAB8-8B7CE38E42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Many small apps (services)</a:t>
            </a:r>
          </a:p>
          <a:p>
            <a:r>
              <a:rPr lang="en-US" dirty="0"/>
              <a:t>Each part works on its own</a:t>
            </a:r>
          </a:p>
          <a:p>
            <a:r>
              <a:rPr lang="en-US" dirty="0"/>
              <a:t>Easy to update or fix one part</a:t>
            </a:r>
          </a:p>
          <a:p>
            <a:r>
              <a:rPr lang="en-US" dirty="0"/>
              <a:t>If one part breaks, others keep working</a:t>
            </a:r>
          </a:p>
          <a:p>
            <a:r>
              <a:rPr lang="en-US" dirty="0"/>
              <a:t>Different teams can work on different parts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6521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124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Mastering System Design – From Fundamentals to Advanced Concepts</vt:lpstr>
      <vt:lpstr>Introduction to System Design</vt:lpstr>
      <vt:lpstr>Monolithic vs Microservices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Kandhi</dc:creator>
  <cp:lastModifiedBy>Rakesh Kandhi</cp:lastModifiedBy>
  <cp:revision>2</cp:revision>
  <dcterms:created xsi:type="dcterms:W3CDTF">2025-08-03T20:26:08Z</dcterms:created>
  <dcterms:modified xsi:type="dcterms:W3CDTF">2025-08-03T20:41:26Z</dcterms:modified>
</cp:coreProperties>
</file>